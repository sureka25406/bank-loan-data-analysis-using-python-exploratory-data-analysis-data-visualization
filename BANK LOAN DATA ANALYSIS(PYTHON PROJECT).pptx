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7256-D3B3-CEB5-DF74-80293D6B1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1671014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LOAN DATA ANALYSIS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96DDC-5FC1-869B-866F-6BB05761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93009"/>
            <a:ext cx="8828596" cy="393193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&amp; VISUALIZATION OF LOAN DATA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PRESENTED BY: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SUREKA 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983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2114-05C2-10AA-362F-5165B34D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7" y="109728"/>
            <a:ext cx="10875890" cy="75895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5621E-355F-D103-05EE-48848C69BD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868680"/>
            <a:ext cx="10363826" cy="57424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BRD 1:SUMMARY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Indicators(KPI’S) Requirements:</a:t>
            </a:r>
          </a:p>
          <a:p>
            <a:pPr marL="0" indent="0" algn="just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Total Loan Applications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need to calculate the total number of loan applications received during a specified period. Additionally, it is essential to monitor the month-to-date (MTD) loan applications.</a:t>
            </a:r>
          </a:p>
          <a:p>
            <a:pPr marL="0" indent="0" algn="just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Total Funded Amount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the total amount of funds disbursed as loans is crucial. We also want to keep an eye on the MTD total funded amount metric.</a:t>
            </a:r>
          </a:p>
          <a:p>
            <a:pPr marL="0" indent="0" algn="just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Received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Tracking the total amount received from borrowers is essential for assessing the bank's cash flow and loan repayment. We should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month-to-date (MTD) total amount receive.</a:t>
            </a:r>
          </a:p>
          <a:p>
            <a:pPr marL="0" indent="0" algn="just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Average Interest Rate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Calculating the average interest rate across all loans which will provide insights into our lending portfolio's overall cost.</a:t>
            </a:r>
          </a:p>
          <a:p>
            <a:pPr marL="0" indent="0" algn="just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Average Debt-to-Income Ratio (DTI):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39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1742-8FBC-BF99-407A-FEC5F45F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9418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4E873-4B6D-1476-3462-35665408FC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1205" y="795528"/>
            <a:ext cx="10808835" cy="6327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BRD 1:SUMMARY   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Loan VS Bad Loan KPI'S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Loan:</a:t>
            </a:r>
          </a:p>
          <a:p>
            <a:pPr marL="0" indent="0" algn="just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Good Loan Application Percentage </a:t>
            </a:r>
          </a:p>
          <a:p>
            <a:pPr marL="0" indent="0" algn="just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Good Loan Applications</a:t>
            </a:r>
          </a:p>
          <a:p>
            <a:pPr marL="0" indent="0" algn="just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Good Loan Funded Amount</a:t>
            </a:r>
          </a:p>
          <a:p>
            <a:pPr marL="0" indent="0" algn="just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Good Loan Total Received Amount</a:t>
            </a:r>
          </a:p>
          <a:p>
            <a:pPr marL="0" indent="0" algn="just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Loan:</a:t>
            </a:r>
          </a:p>
          <a:p>
            <a:pPr marL="0" indent="0" algn="just">
              <a:buNone/>
            </a:pP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Bad Loan Application Percentage</a:t>
            </a:r>
          </a:p>
          <a:p>
            <a:pPr marL="0" indent="0" algn="just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Bad Loan Applications</a:t>
            </a:r>
          </a:p>
          <a:p>
            <a:pPr marL="0" indent="0" algn="just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Bad Loan Funded Amount</a:t>
            </a:r>
          </a:p>
          <a:p>
            <a:pPr marL="0" indent="0" algn="just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Bad Loan Total Received Amount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82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20F0-F466-D9D8-AC15-44964BBA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77723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4A4C-1AE4-9DB5-5475-DFB487457F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777240"/>
            <a:ext cx="10363826" cy="59344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BRD 2:OVERVIEW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marL="457200" indent="-457200" algn="just">
              <a:buAutoNum type="arabicPeriod"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Trends by Issue Date (Line/ Area Chart): 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seasonality and long-term trends in lending activities</a:t>
            </a:r>
          </a:p>
          <a:p>
            <a:pPr marL="457200" indent="-457200" algn="just">
              <a:buAutoNum type="arabicPeriod"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 by State (Bar Chart): 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regions with significant lending activity and assess regional disparities</a:t>
            </a:r>
          </a:p>
          <a:p>
            <a:pPr marL="457200" indent="-457200" algn="just">
              <a:buAutoNum type="arabicPeriod"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Term Analysis (Donut Chart): 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457200" indent="-457200" algn="just">
              <a:buAutoNum type="arabicPeriod"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457200" indent="-457200" algn="just">
              <a:buAutoNum type="arabicPeriod"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Purpose Breakdown (Bar Chart): 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provide a visual breakdown of loan metrics based on the stated purposes of loans, aiding in the understanding of the primary reasons borrowers seek financing.</a:t>
            </a:r>
          </a:p>
          <a:p>
            <a:pPr marL="457200" indent="-457200" algn="just">
              <a:buAutoNum type="arabicPeriod"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US" sz="2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</a:p>
          <a:p>
            <a:pPr marL="0" indent="0">
              <a:buNone/>
            </a:pPr>
            <a:endParaRPr 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37853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39</TotalTime>
  <Words>432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Times New Roman</vt:lpstr>
      <vt:lpstr>Tw Cen MT</vt:lpstr>
      <vt:lpstr>Droplet</vt:lpstr>
      <vt:lpstr>BANK LOAN DATA ANALYSIS USING PYTHON</vt:lpstr>
      <vt:lpstr>PROBLEM STATEMENT</vt:lpstr>
      <vt:lpstr>PROBLEM STATEMENT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Sureka s</dc:creator>
  <cp:lastModifiedBy>Sureka s</cp:lastModifiedBy>
  <cp:revision>1</cp:revision>
  <dcterms:created xsi:type="dcterms:W3CDTF">2026-03-06T04:28:35Z</dcterms:created>
  <dcterms:modified xsi:type="dcterms:W3CDTF">2026-03-06T05:08:32Z</dcterms:modified>
</cp:coreProperties>
</file>